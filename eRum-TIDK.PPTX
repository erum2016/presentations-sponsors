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3" autoAdjust="0"/>
    <p:restoredTop sz="94660"/>
  </p:normalViewPr>
  <p:slideViewPr>
    <p:cSldViewPr snapToGrid="0">
      <p:cViewPr varScale="1">
        <p:scale>
          <a:sx n="89" d="100"/>
          <a:sy n="89" d="100"/>
        </p:scale>
        <p:origin x="68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44571-0051-4F37-A94F-3D276E61F6AD}" type="datetimeFigureOut">
              <a:rPr lang="en-US" smtClean="0"/>
              <a:t>10/12/2016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48380-5C02-4422-9737-260ACCE62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191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44571-0051-4F37-A94F-3D276E61F6AD}" type="datetimeFigureOut">
              <a:rPr lang="en-US" smtClean="0"/>
              <a:t>10/12/2016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48380-5C02-4422-9737-260ACCE62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692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44571-0051-4F37-A94F-3D276E61F6AD}" type="datetimeFigureOut">
              <a:rPr lang="en-US" smtClean="0"/>
              <a:t>10/12/2016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48380-5C02-4422-9737-260ACCE62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747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44571-0051-4F37-A94F-3D276E61F6AD}" type="datetimeFigureOut">
              <a:rPr lang="en-US" smtClean="0"/>
              <a:t>10/12/2016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48380-5C02-4422-9737-260ACCE62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835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44571-0051-4F37-A94F-3D276E61F6AD}" type="datetimeFigureOut">
              <a:rPr lang="en-US" smtClean="0"/>
              <a:t>10/12/2016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48380-5C02-4422-9737-260ACCE62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019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44571-0051-4F37-A94F-3D276E61F6AD}" type="datetimeFigureOut">
              <a:rPr lang="en-US" smtClean="0"/>
              <a:t>10/12/2016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48380-5C02-4422-9737-260ACCE62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042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44571-0051-4F37-A94F-3D276E61F6AD}" type="datetimeFigureOut">
              <a:rPr lang="en-US" smtClean="0"/>
              <a:t>10/12/2016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48380-5C02-4422-9737-260ACCE62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281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44571-0051-4F37-A94F-3D276E61F6AD}" type="datetimeFigureOut">
              <a:rPr lang="en-US" smtClean="0"/>
              <a:t>10/12/2016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48380-5C02-4422-9737-260ACCE62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77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44571-0051-4F37-A94F-3D276E61F6AD}" type="datetimeFigureOut">
              <a:rPr lang="en-US" smtClean="0"/>
              <a:t>10/12/2016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48380-5C02-4422-9737-260ACCE62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638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44571-0051-4F37-A94F-3D276E61F6AD}" type="datetimeFigureOut">
              <a:rPr lang="en-US" smtClean="0"/>
              <a:t>10/12/2016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48380-5C02-4422-9737-260ACCE62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74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44571-0051-4F37-A94F-3D276E61F6AD}" type="datetimeFigureOut">
              <a:rPr lang="en-US" smtClean="0"/>
              <a:t>10/12/2016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48380-5C02-4422-9737-260ACCE62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552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D44571-0051-4F37-A94F-3D276E61F6AD}" type="datetimeFigureOut">
              <a:rPr lang="en-US" smtClean="0"/>
              <a:t>10/12/2016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448380-5C02-4422-9737-260ACCE62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339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28" y="431940"/>
            <a:ext cx="4448212" cy="99344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6381" y="5378824"/>
            <a:ext cx="4664481" cy="11257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36494" y="2142566"/>
            <a:ext cx="2160494" cy="22044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800" dirty="0"/>
              <a:t>Data</a:t>
            </a:r>
          </a:p>
          <a:p>
            <a:pPr algn="ctr"/>
            <a:r>
              <a:rPr lang="pl-PL" sz="2800" dirty="0"/>
              <a:t>Platform</a:t>
            </a:r>
            <a:endParaRPr lang="en-US" sz="2800" dirty="0"/>
          </a:p>
        </p:txBody>
      </p:sp>
      <p:sp>
        <p:nvSpPr>
          <p:cNvPr id="9" name="Rectangle 8"/>
          <p:cNvSpPr/>
          <p:nvPr/>
        </p:nvSpPr>
        <p:spPr>
          <a:xfrm>
            <a:off x="3393141" y="2115672"/>
            <a:ext cx="2160494" cy="22044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800" dirty="0"/>
              <a:t>Business </a:t>
            </a:r>
          </a:p>
          <a:p>
            <a:pPr algn="ctr"/>
            <a:r>
              <a:rPr lang="pl-PL" sz="2800" dirty="0" err="1"/>
              <a:t>Intelligence</a:t>
            </a:r>
            <a:endParaRPr lang="en-US" sz="2800" dirty="0"/>
          </a:p>
        </p:txBody>
      </p:sp>
      <p:sp>
        <p:nvSpPr>
          <p:cNvPr id="10" name="Rectangle 9"/>
          <p:cNvSpPr/>
          <p:nvPr/>
        </p:nvSpPr>
        <p:spPr>
          <a:xfrm>
            <a:off x="6149789" y="2115672"/>
            <a:ext cx="2160494" cy="22044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800" dirty="0"/>
              <a:t>Big Data</a:t>
            </a:r>
          </a:p>
          <a:p>
            <a:pPr algn="ctr"/>
            <a:r>
              <a:rPr lang="pl-PL" sz="2800" dirty="0"/>
              <a:t>Analytics</a:t>
            </a:r>
            <a:endParaRPr lang="en-US" sz="2800" dirty="0"/>
          </a:p>
        </p:txBody>
      </p:sp>
      <p:sp>
        <p:nvSpPr>
          <p:cNvPr id="11" name="Rectangle 10"/>
          <p:cNvSpPr/>
          <p:nvPr/>
        </p:nvSpPr>
        <p:spPr>
          <a:xfrm>
            <a:off x="9117106" y="2115672"/>
            <a:ext cx="2160494" cy="22044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800" dirty="0"/>
              <a:t>Advanced</a:t>
            </a:r>
          </a:p>
          <a:p>
            <a:pPr algn="ctr"/>
            <a:r>
              <a:rPr lang="pl-PL" sz="2800" dirty="0"/>
              <a:t>Analytics</a:t>
            </a:r>
            <a:endParaRPr lang="en-US" sz="2800" dirty="0"/>
          </a:p>
        </p:txBody>
      </p:sp>
      <p:sp>
        <p:nvSpPr>
          <p:cNvPr id="14" name="TextBox 13"/>
          <p:cNvSpPr txBox="1"/>
          <p:nvPr/>
        </p:nvSpPr>
        <p:spPr>
          <a:xfrm>
            <a:off x="385482" y="6030704"/>
            <a:ext cx="29180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kontakt@tidk.pl</a:t>
            </a:r>
            <a:endParaRPr lang="en-US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82004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500"/>
                            </p:stCondLst>
                            <p:childTnLst>
                              <p:par>
                                <p:cTn id="8" presetID="16" presetClass="entr" presetSubtype="2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0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7500"/>
                            </p:stCondLst>
                            <p:childTnLst>
                              <p:par>
                                <p:cTn id="16" presetID="16" presetClass="entr" presetSubtype="2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0"/>
                            </p:stCondLst>
                            <p:childTnLst>
                              <p:par>
                                <p:cTn id="20" presetID="16" presetClass="entr" presetSubtype="2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2500"/>
                            </p:stCondLst>
                            <p:childTnLst>
                              <p:par>
                                <p:cTn id="24" presetID="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 animBg="1"/>
      <p:bldP spid="11" grpId="0" animBg="1"/>
      <p:bldP spid="1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10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Łukasz Grala</dc:creator>
  <cp:lastModifiedBy>Łukasz Grala</cp:lastModifiedBy>
  <cp:revision>2</cp:revision>
  <dcterms:created xsi:type="dcterms:W3CDTF">2016-10-12T13:54:48Z</dcterms:created>
  <dcterms:modified xsi:type="dcterms:W3CDTF">2016-10-12T14:06:02Z</dcterms:modified>
</cp:coreProperties>
</file>